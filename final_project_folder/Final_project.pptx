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1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84"/>
  </p:normalViewPr>
  <p:slideViewPr>
    <p:cSldViewPr snapToGrid="0">
      <p:cViewPr>
        <p:scale>
          <a:sx n="71" d="100"/>
          <a:sy n="71" d="100"/>
        </p:scale>
        <p:origin x="212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E575-99AE-DA08-1C4C-98C1261D7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46520-22B9-E45D-CE0A-018C4E87D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06A91-0825-5C8B-C5F5-E6721A0C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09285-FB29-BFEF-33BD-542F2761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A384-30E2-F92D-8DB2-054AAC08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7FC2-8628-EE54-1BC0-EF48A3E7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D7AE2-D36B-D1F8-A4A6-5C469F6DE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6D2FC-6C62-FCC9-10C0-5C572BDC3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FDDFB-D4C2-98E9-D258-4F331441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4267-7378-A112-0CFE-50358C4F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88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0DEF7-22DE-C057-6B40-CAD9F3B08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8F38-86CF-7131-EDA1-E8AFC6814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23DB3-AA9D-036C-6668-14C8FFE2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84E06-1138-46FF-2A3D-DD871CE9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4A25A-9774-703A-4D6A-0254C3CD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5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115B-634A-586F-5A92-D0F2F44E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3EDF5-88D3-1C93-D334-84389308D1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753AF-601C-5D15-80F3-043A9AE9F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5C868-22C3-A740-63A8-8BBB0719A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52AA2-7C30-4A26-62AF-E1D767F4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F60FB-F8DD-9CB1-F2DA-62582831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94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BC1C-5F9C-F16E-E0F1-C666B515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B5F71-F507-90A8-3920-B10E1AF1A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0797F-552A-8CC7-D663-420E34FA9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FED59-A24A-2BD3-3875-F4C932D09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2FA43-8A30-CD03-3522-4C15AA7C0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CDE90-EA64-721A-B46A-E740AA31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D4C1F-DFA8-FF04-B468-A08A45BB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B430E-0758-1DD4-78EA-AC5912BE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0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29E1-3F91-4340-EEDB-62E72265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1D086B-6364-4CFD-F631-BEEDC818E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4E1EB-7E54-3811-79F0-0D9E9245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64588-D01D-3E94-1A62-518F91DE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28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19E41-C969-A1FD-C0EB-71781B9E5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85F68-A4E1-333F-CA59-0FE71303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E8070-2DCD-5CB8-7768-419BDB99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4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E0BB8-6A16-C609-A585-60252ECB4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ED3F6-34DE-6DC8-D863-BA9D87EB8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AD782-D18B-BC26-B0AA-436A97F23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63D03-596D-4D53-0F97-3E9D0AA1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CDB72-3827-3F9B-8BF3-80CCC11DE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1DFDF-4016-8FEC-B6C4-0907441C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1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EDD5-C612-4775-778E-9C77F9C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15777-E5CA-670D-BF5F-74ED90DD9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6A205-DAF9-B5E6-379E-38DA04A19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88BA2-B971-248E-F42E-04E6E17F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338E2-9676-442D-A34B-86A9B75E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9A8B5-5C73-2DB1-C02E-E16C92AF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4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3D3E-C52D-3E4A-498B-F52ACE9E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E8FD8-9873-ADD2-D6C3-96C393B5B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4049E-38D4-9CD3-F1D5-550AC82D7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494F4-DD13-AE0C-A2F7-665ACC36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6CF96-7F76-03F3-B2AC-4C1A9465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1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8948E3-7D96-C8F3-5539-5C55A5CA6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4C9F9-9112-52FB-06C3-DC2944752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F3EA2-EB28-E7AC-28C3-DE037D8EC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5C8A5-6322-7E70-0700-87DB78F3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C8050-4A66-E108-2519-F87D89A9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0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E6411-9738-4257-AA26-65ABD0D52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352FE-C096-F9B0-D1F5-40E103922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7A165-94C4-4705-31E2-06E62DAA5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0CACA-8DE7-3A4A-B941-B08F57E6DDD6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107E2-1D2D-F1CC-FB24-DB715B9CD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48BA4-E7DF-E82A-9630-9ED61E021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A6F69-EC46-B041-A5CD-0B1293AFAF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3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F5C2A-5405-C22E-122D-44241E94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een circle with black text&#10;&#10;Description automatically generated">
            <a:extLst>
              <a:ext uri="{FF2B5EF4-FFF2-40B4-BE49-F238E27FC236}">
                <a16:creationId xmlns:a16="http://schemas.microsoft.com/office/drawing/2014/main" id="{9D789739-5C76-F6BF-3ABA-7C2DF6B34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4976813" cy="4976813"/>
          </a:xfrm>
        </p:spPr>
      </p:pic>
      <p:pic>
        <p:nvPicPr>
          <p:cNvPr id="6" name="Content Placeholder 4" descr="A purple circle with black text&#10;&#10;Description automatically generated">
            <a:extLst>
              <a:ext uri="{FF2B5EF4-FFF2-40B4-BE49-F238E27FC236}">
                <a16:creationId xmlns:a16="http://schemas.microsoft.com/office/drawing/2014/main" id="{7E6F3BCC-3FB5-49B9-A001-8DBB62C25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4976812" cy="497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1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F048-AEA5-E612-CA1A-C0CDD395F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with dots and numbers&#10;&#10;Description automatically generated">
            <a:extLst>
              <a:ext uri="{FF2B5EF4-FFF2-40B4-BE49-F238E27FC236}">
                <a16:creationId xmlns:a16="http://schemas.microsoft.com/office/drawing/2014/main" id="{9E076092-41E9-192C-75E3-A140129EA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10" y="1690688"/>
            <a:ext cx="6091873" cy="4351338"/>
          </a:xfrm>
        </p:spPr>
      </p:pic>
      <p:pic>
        <p:nvPicPr>
          <p:cNvPr id="6" name="Content Placeholder 4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A123177E-4131-EC59-B533-1A43A4A45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594" y="1690688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8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7CF4-6F12-B961-7C10-0A835A54E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8EFE388E-42D4-AE37-669B-1D4FB6A94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461" y="1879413"/>
            <a:ext cx="4351338" cy="4351338"/>
          </a:xfrm>
        </p:spPr>
      </p:pic>
      <p:pic>
        <p:nvPicPr>
          <p:cNvPr id="6" name="Content Placeholder 4" descr="A diagram of different colored circles&#10;&#10;Description automatically generated">
            <a:extLst>
              <a:ext uri="{FF2B5EF4-FFF2-40B4-BE49-F238E27FC236}">
                <a16:creationId xmlns:a16="http://schemas.microsoft.com/office/drawing/2014/main" id="{C86CC5A8-7B08-D046-AD39-DFF53F9B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628" y="2141537"/>
            <a:ext cx="60918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326A-7A13-931A-1A1F-AAC17C72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with green and purple dots&#10;&#10;Description automatically generated">
            <a:extLst>
              <a:ext uri="{FF2B5EF4-FFF2-40B4-BE49-F238E27FC236}">
                <a16:creationId xmlns:a16="http://schemas.microsoft.com/office/drawing/2014/main" id="{FB4C316A-DC94-C3F6-CB6D-35C3DE8EE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591" y="1529322"/>
            <a:ext cx="6954549" cy="4967535"/>
          </a:xfrm>
        </p:spPr>
      </p:pic>
    </p:spTree>
    <p:extLst>
      <p:ext uri="{BB962C8B-B14F-4D97-AF65-F5344CB8AC3E}">
        <p14:creationId xmlns:p14="http://schemas.microsoft.com/office/powerpoint/2010/main" val="2885139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Mansi Patel</dc:creator>
  <cp:lastModifiedBy>Mansi Patel</cp:lastModifiedBy>
  <cp:revision>3</cp:revision>
  <dcterms:created xsi:type="dcterms:W3CDTF">2025-12-05T21:09:23Z</dcterms:created>
  <dcterms:modified xsi:type="dcterms:W3CDTF">2025-12-05T21:17:45Z</dcterms:modified>
</cp:coreProperties>
</file>